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  <p:embeddedFont>
      <p:font typeface="Maven Pro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13" Type="http://schemas.openxmlformats.org/officeDocument/2006/relationships/font" Target="fonts/MavenPro-bold.fntdata"/><Relationship Id="rId12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7ab95f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7ab95f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FFC0DF"/>
            </a:gs>
            <a:gs pos="100000">
              <a:srgbClr val="F6231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9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</a:t>
            </a:r>
            <a:r>
              <a:rPr lang="ru" sz="3000"/>
              <a:t>Выпускная дипломная работа                  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                   на тему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“</a:t>
            </a:r>
            <a:r>
              <a:rPr i="1" lang="ru" sz="3000"/>
              <a:t>Issue Tracker Systems(Трекер поддержки)</a:t>
            </a:r>
            <a:r>
              <a:rPr lang="ru" sz="3000"/>
              <a:t>”.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Автор: Кубракова Алина Захаровна.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Руководитель: Ерофеев Илья Александрович.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59000" y="144975"/>
            <a:ext cx="4643400" cy="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856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 txBox="1"/>
          <p:nvPr/>
        </p:nvSpPr>
        <p:spPr>
          <a:xfrm>
            <a:off x="2808000" y="2289600"/>
            <a:ext cx="6048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