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7ab95f7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7ab95f7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f46682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3f46682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3f466822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3f46682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9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0" y="500725"/>
            <a:ext cx="8776200" cy="3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</a:t>
            </a:r>
            <a:r>
              <a:rPr lang="ru" sz="3000"/>
              <a:t>Выпускная дипломная работа                   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                             на тему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000"/>
              <a:t>      “</a:t>
            </a:r>
            <a:r>
              <a:rPr i="1" lang="ru" sz="3000"/>
              <a:t>Issue Tracker Systems(Трекер поддержки)</a:t>
            </a:r>
            <a:r>
              <a:rPr lang="ru" sz="3000"/>
              <a:t>”.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Автор: Кубракова Алина Захаровна.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Руководитель: Ерофеев Илья Александрович.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/>
              <a:t>1.У</a:t>
            </a:r>
            <a:r>
              <a:rPr lang="ru" sz="2000"/>
              <a:t>лучшают      прозрачность  процессов.</a:t>
            </a:r>
            <a:endParaRPr sz="2000"/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Итог: Использование трекеров обеспечивает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не только устранение багов, но и улучшает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общее качество продукта и коммуникацию.</a:t>
            </a:r>
            <a:endParaRPr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/>
              <a:t>Цель</a:t>
            </a:r>
            <a:r>
              <a:rPr lang="ru" sz="1100"/>
              <a:t> — </a:t>
            </a:r>
            <a:r>
              <a:rPr lang="ru" sz="1200"/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lang="ru" sz="1100"/>
              <a:t>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93" name="Google Shape;293;p15"/>
          <p:cNvCxnSpPr/>
          <p:nvPr/>
        </p:nvCxnSpPr>
        <p:spPr>
          <a:xfrm flipH="1" rot="10800000">
            <a:off x="210850" y="974375"/>
            <a:ext cx="8841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500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i="1" sz="2600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349025" y="996125"/>
            <a:ext cx="29376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4" name="Google Shape;304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6"/>
          <p:cNvSpPr txBox="1"/>
          <p:nvPr/>
        </p:nvSpPr>
        <p:spPr>
          <a:xfrm>
            <a:off x="349025" y="1854100"/>
            <a:ext cx="6005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1.Заведение и назначение задач.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ru" sz="1100"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