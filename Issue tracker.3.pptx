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Lobster"/>
      <p:regular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7ab95f7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7ab95f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3f46682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3f46682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3f466822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3f46682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4cb24016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4cb24016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4cb2401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4cb2401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4cb24016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4cb2401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4cb24016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4cb2401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9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0" y="500725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</a:t>
            </a:r>
            <a:r>
              <a:rPr lang="ru" sz="3000"/>
              <a:t>Выпускная дипломная работа                   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                   на тему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“</a:t>
            </a:r>
            <a:r>
              <a:rPr i="1" lang="ru" sz="3000"/>
              <a:t>Issue Tracker Systems(Трекер поддержки)</a:t>
            </a:r>
            <a:r>
              <a:rPr lang="ru" sz="3000"/>
              <a:t>”.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Автор: Кубракова Алина Захаровна.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Руководитель: Ерофеев Илья Александрович.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/>
              <a:t>1.У</a:t>
            </a:r>
            <a:r>
              <a:rPr lang="ru" sz="2000"/>
              <a:t>лучшают      прозрачность  процессов.</a:t>
            </a:r>
            <a:endParaRPr sz="2000"/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Итог: Использование трекеров обеспечивает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не только устранение багов, но и улучшает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общее качество продукта и коммуникацию.</a:t>
            </a:r>
            <a:endParaRPr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Цель</a:t>
            </a:r>
            <a:r>
              <a:rPr lang="ru" sz="1100"/>
              <a:t> — </a:t>
            </a:r>
            <a:r>
              <a:rPr lang="ru" sz="1200"/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lang="ru" sz="1100"/>
              <a:t>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93" name="Google Shape;293;p15"/>
          <p:cNvCxnSpPr/>
          <p:nvPr/>
        </p:nvCxnSpPr>
        <p:spPr>
          <a:xfrm flipH="1" rot="10800000">
            <a:off x="210850" y="974375"/>
            <a:ext cx="8841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5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i="1" sz="26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167225" y="1017950"/>
            <a:ext cx="47481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4" name="Google Shape;304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6"/>
          <p:cNvSpPr txBox="1"/>
          <p:nvPr/>
        </p:nvSpPr>
        <p:spPr>
          <a:xfrm>
            <a:off x="167225" y="2624825"/>
            <a:ext cx="621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1.Заведение и назначение задач.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ru" sz="1700"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/>
        </p:nvSpPr>
        <p:spPr>
          <a:xfrm>
            <a:off x="189025" y="29100"/>
            <a:ext cx="3700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" sz="2750">
                <a:solidFill>
                  <a:srgbClr val="854BAB"/>
                </a:solidFill>
                <a:latin typeface="Courier New"/>
                <a:ea typeface="Courier New"/>
                <a:cs typeface="Courier New"/>
                <a:sym typeface="Courier New"/>
              </a:rPr>
              <a:t>Функциональные требования:</a:t>
            </a:r>
            <a:endParaRPr i="1" sz="2750">
              <a:solidFill>
                <a:srgbClr val="854BAB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rgbClr val="854B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298100" y="1192450"/>
            <a:ext cx="7823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1.Ключевые функции: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а)Комментарии и уведомления.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b)Назначение задач.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c)Отслеживание прогресса.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2.Что пользователь может делать в системе: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a)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Прикреплять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файлы.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Комментировать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назначенные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задачи.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с)Фильтровать список.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3.Ограничения: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a)Определённое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количество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пользователей.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b)Права доступа.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c)Строгая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последовательность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задач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/>
          <p:nvPr/>
        </p:nvSpPr>
        <p:spPr>
          <a:xfrm>
            <a:off x="181775" y="167225"/>
            <a:ext cx="585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" sz="2050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Технологический </a:t>
            </a:r>
            <a:r>
              <a:rPr i="1" lang="ru" sz="2050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стек:</a:t>
            </a:r>
            <a:endParaRPr i="1" sz="2050">
              <a:solidFill>
                <a:srgbClr val="A64D7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4C0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269050" y="683525"/>
            <a:ext cx="39555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Frontend: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Компоненты для </a:t>
            </a: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создания</a:t>
            </a: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Responsive дизайн на   JS-фреймворках.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38500" y="3679150"/>
            <a:ext cx="7896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Обоснование выбора: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Этот стек минимизирует время разработки MVP, один язык(JS/Python),подходит для быстрого запуска,богатая экосистема.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38500" y="2571750"/>
            <a:ext cx="36573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Backend:</a:t>
            </a: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*Интеграции с GitHub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WebSockets для уведомлений.</a:t>
            </a:r>
            <a:r>
              <a:rPr lang="ru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269050" y="1548725"/>
            <a:ext cx="4050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База данных:                                                           *Docker для деплоя.                                       *</a:t>
            </a: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Redis для кэша/очередей.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/>
        </p:nvSpPr>
        <p:spPr>
          <a:xfrm>
            <a:off x="269025" y="239950"/>
            <a:ext cx="351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E7CC3"/>
                </a:solidFill>
                <a:latin typeface="Georgia"/>
                <a:ea typeface="Georgia"/>
                <a:cs typeface="Georgia"/>
                <a:sym typeface="Georgia"/>
              </a:rPr>
              <a:t>Общая схема:</a:t>
            </a:r>
            <a:endParaRPr>
              <a:solidFill>
                <a:srgbClr val="8E7CC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/>
        </p:nvSpPr>
        <p:spPr>
          <a:xfrm>
            <a:off x="283575" y="298100"/>
            <a:ext cx="1752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UX/UI:</a:t>
            </a:r>
            <a:endParaRPr sz="2100">
              <a:solidFill>
                <a:srgbClr val="C27BA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363550" y="683475"/>
            <a:ext cx="517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UX/UI issue tracker фокусируется на простоте, прототипы и макеты issue tracker включают дашборды с графиками, Kanban-доски и формы репортов, как в Jira или GitHub Issues.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283575" y="1555975"/>
            <a:ext cx="4188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Прототипы:</a:t>
            </a:r>
            <a:endParaRPr sz="1300">
              <a:solidFill>
                <a:srgbClr val="8E7CC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*Дашборд с метриками и </a:t>
            </a: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профилем</a:t>
            </a: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пользователя</a:t>
            </a: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300">
              <a:solidFill>
                <a:srgbClr val="8E7CC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E7CC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8E7CC3"/>
                </a:solidFill>
                <a:latin typeface="Nunito"/>
                <a:ea typeface="Nunito"/>
                <a:cs typeface="Nunito"/>
                <a:sym typeface="Nunito"/>
              </a:rPr>
              <a:t>*</a:t>
            </a:r>
            <a:r>
              <a:rPr lang="ru" sz="1200">
                <a:solidFill>
                  <a:srgbClr val="8E7CC3"/>
                </a:solidFill>
                <a:latin typeface="Georgia"/>
                <a:ea typeface="Georgia"/>
                <a:cs typeface="Georgia"/>
                <a:sym typeface="Georgia"/>
              </a:rPr>
              <a:t>Kanban-board в стиле Jira с колонками To Do/In  Progress/Done для визуального трекинга прогресса.</a:t>
            </a:r>
            <a:endParaRPr sz="1300">
              <a:solidFill>
                <a:srgbClr val="8E7CC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