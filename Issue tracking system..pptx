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Nunito"/>
      <p:regular r:id="rId7"/>
      <p:bold r:id="rId8"/>
      <p:italic r:id="rId9"/>
      <p:boldItalic r:id="rId10"/>
    </p:embeddedFont>
    <p:embeddedFont>
      <p:font typeface="Maven Pro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MavenPro-regular.fntdata"/><Relationship Id="rId10" Type="http://schemas.openxmlformats.org/officeDocument/2006/relationships/font" Target="fonts/Nunito-boldItalic.fntdata"/><Relationship Id="rId12" Type="http://schemas.openxmlformats.org/officeDocument/2006/relationships/font" Target="fonts/MavenPro-bold.fntdata"/><Relationship Id="rId9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title"/>
          </p:nvPr>
        </p:nvSpPr>
        <p:spPr>
          <a:xfrm>
            <a:off x="98850" y="3016800"/>
            <a:ext cx="8874300" cy="1173600"/>
          </a:xfrm>
          <a:prstGeom prst="rect">
            <a:avLst/>
          </a:prstGeom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" sz="6000"/>
              <a:t>Issue tracking</a:t>
            </a:r>
            <a:endParaRPr b="0" i="1" sz="6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" sz="6000"/>
              <a:t>system.</a:t>
            </a:r>
            <a:endParaRPr b="0" i="1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